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36" d="100"/>
          <a:sy n="36" d="100"/>
        </p:scale>
        <p:origin x="8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,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Bowl with salmon cakes, salad, and humm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Bowl of pappardelle pasta with parsley butter, roasted hazelnuts,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链表高频题目和必备技巧"/>
          <p:cNvSpPr txBox="1">
            <a:spLocks noGrp="1"/>
          </p:cNvSpPr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sz="5500" b="0" spc="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r>
              <a:t>链表高频题目和必备技巧</a:t>
            </a:r>
          </a:p>
        </p:txBody>
      </p:sp>
      <p:sp>
        <p:nvSpPr>
          <p:cNvPr id="152" name="前置知识：…"/>
          <p:cNvSpPr txBox="1"/>
          <p:nvPr/>
        </p:nvSpPr>
        <p:spPr>
          <a:xfrm>
            <a:off x="1206499" y="2978820"/>
            <a:ext cx="22145993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 err="1"/>
              <a:t>前置知识</a:t>
            </a:r>
            <a:r>
              <a:rPr dirty="0"/>
              <a:t>：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讲解009~012-链表入门内容、讲解021-归并排序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讲解026-哈希表的使用、讲解029-排序算法的稳定性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endParaRPr dirty="0"/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 err="1"/>
              <a:t>链表类题目注意点</a:t>
            </a:r>
            <a:r>
              <a:rPr dirty="0"/>
              <a:t>：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1，如果笔试中空间要求不严格，直接使用容器来解决链表问题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2，如果笔试中空间要求严格、或者在面试中面试官强调空间的优化，需要使用额外空间复杂度O(1)</a:t>
            </a:r>
            <a:r>
              <a:rPr dirty="0" err="1"/>
              <a:t>的方法</a:t>
            </a:r>
            <a:endParaRPr dirty="0"/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3，最常用的技巧-快慢指针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4，链表类题目往往都是很简单的算法问题，核心考察点也并不是算法设计，是coding能力</a:t>
            </a:r>
            <a:r>
              <a:rPr lang="zh-CN" altLang="en-US" dirty="0"/>
              <a:t>，处理边界能力</a:t>
            </a:r>
            <a:endParaRPr dirty="0"/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5，这一类问题除了多写多练没有别的应对方法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endParaRPr dirty="0"/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 err="1"/>
              <a:t>个人建议：链表类问题既然练的就是coding，那么不要采取空间上讨巧的方式来练习</a:t>
            </a:r>
            <a:endParaRPr dirty="0"/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endParaRPr dirty="0"/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 err="1"/>
              <a:t>注意：链表相关的比较难的问题是约瑟夫环问题，会在【扩展】阶段讲解，变形很多会单独出一期视频讲解</a:t>
            </a:r>
            <a:endParaRPr dirty="0"/>
          </a:p>
        </p:txBody>
      </p:sp>
      <p:sp>
        <p:nvSpPr>
          <p:cNvPr id="153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r>
              <a:t>左程云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链表高频题目和必备技巧"/>
          <p:cNvSpPr txBox="1">
            <a:spLocks noGrp="1"/>
          </p:cNvSpPr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sz="5500" b="0" spc="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r>
              <a:t>链表高频题目和必备技巧</a:t>
            </a:r>
          </a:p>
        </p:txBody>
      </p:sp>
      <p:sp>
        <p:nvSpPr>
          <p:cNvPr id="156" name="题目1 : 返回两个无环链表相交的第一个节点…"/>
          <p:cNvSpPr txBox="1"/>
          <p:nvPr/>
        </p:nvSpPr>
        <p:spPr>
          <a:xfrm>
            <a:off x="1206499" y="2978820"/>
            <a:ext cx="22145993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题目1 : </a:t>
            </a:r>
            <a:r>
              <a:rPr dirty="0" err="1"/>
              <a:t>返回两个无环链表相交的第一个节点</a:t>
            </a:r>
            <a:endParaRPr dirty="0"/>
          </a:p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endParaRPr dirty="0"/>
          </a:p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题目2 : </a:t>
            </a:r>
            <a:r>
              <a:rPr dirty="0" err="1"/>
              <a:t>每k个节点一组翻转链表</a:t>
            </a:r>
            <a:endParaRPr dirty="0"/>
          </a:p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endParaRPr dirty="0"/>
          </a:p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题目3 : </a:t>
            </a:r>
            <a:r>
              <a:rPr dirty="0" err="1"/>
              <a:t>复制带随机指针的链表</a:t>
            </a:r>
            <a:endParaRPr dirty="0"/>
          </a:p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endParaRPr dirty="0"/>
          </a:p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题目4 : </a:t>
            </a:r>
            <a:r>
              <a:rPr dirty="0" err="1"/>
              <a:t>判断链表是否是回文结构。这个题的流程设计甚至是考研常用。快慢指针找中点</a:t>
            </a:r>
            <a:r>
              <a:rPr dirty="0"/>
              <a:t>。</a:t>
            </a:r>
          </a:p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endParaRPr dirty="0"/>
          </a:p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题目5 : </a:t>
            </a:r>
            <a:r>
              <a:rPr dirty="0" err="1"/>
              <a:t>返回链表的第一个入环节点。快慢指针找中点</a:t>
            </a:r>
            <a:r>
              <a:rPr dirty="0"/>
              <a:t>。</a:t>
            </a:r>
          </a:p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endParaRPr dirty="0"/>
          </a:p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题目6 : </a:t>
            </a:r>
            <a:r>
              <a:rPr dirty="0" err="1"/>
              <a:t>在链表上排序。要求时间复杂度O</a:t>
            </a:r>
            <a:r>
              <a:rPr dirty="0"/>
              <a:t>(n * log n)，</a:t>
            </a:r>
            <a:r>
              <a:rPr dirty="0" err="1"/>
              <a:t>额外空间复杂度O</a:t>
            </a:r>
            <a:r>
              <a:rPr dirty="0"/>
              <a:t>(1)，</a:t>
            </a:r>
            <a:r>
              <a:rPr dirty="0" err="1"/>
              <a:t>还要求排序有稳定性</a:t>
            </a:r>
            <a:r>
              <a:rPr dirty="0"/>
              <a:t>。</a:t>
            </a:r>
          </a:p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endParaRPr dirty="0"/>
          </a:p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 err="1"/>
              <a:t>注意</a:t>
            </a:r>
            <a:r>
              <a:rPr dirty="0"/>
              <a:t>：</a:t>
            </a:r>
          </a:p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这些题目往往难度标为“</a:t>
            </a:r>
            <a:r>
              <a:rPr dirty="0" err="1"/>
              <a:t>简单</a:t>
            </a:r>
            <a:r>
              <a:rPr dirty="0"/>
              <a:t>”，</a:t>
            </a:r>
            <a:r>
              <a:rPr dirty="0" err="1"/>
              <a:t>是因为用容器解决真的很简单</a:t>
            </a:r>
            <a:endParaRPr dirty="0"/>
          </a:p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 err="1"/>
              <a:t>但是不用容器、实现额外空间复杂度O</a:t>
            </a:r>
            <a:r>
              <a:rPr dirty="0"/>
              <a:t>(1)</a:t>
            </a:r>
            <a:r>
              <a:rPr dirty="0" err="1"/>
              <a:t>的方法并不轻松，包括很多提交的答案也都没有符合要求</a:t>
            </a:r>
            <a:endParaRPr dirty="0"/>
          </a:p>
        </p:txBody>
      </p:sp>
      <p:sp>
        <p:nvSpPr>
          <p:cNvPr id="157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r>
              <a:t>左程云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144</Words>
  <Application>Microsoft Office PowerPoint</Application>
  <PresentationFormat>自定义</PresentationFormat>
  <Paragraphs>33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Helvetica Neue</vt:lpstr>
      <vt:lpstr>Helvetica Neue Medium</vt:lpstr>
      <vt:lpstr>21_BasicWhite</vt:lpstr>
      <vt:lpstr>链表高频题目和必备技巧</vt:lpstr>
      <vt:lpstr>链表高频题目和必备技巧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链表高频题目和必备技巧</dc:title>
  <cp:lastModifiedBy>黎健 乐</cp:lastModifiedBy>
  <cp:revision>2</cp:revision>
  <dcterms:modified xsi:type="dcterms:W3CDTF">2024-03-19T12:34:56Z</dcterms:modified>
</cp:coreProperties>
</file>