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86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N皇后问题-重点是位运算的版本"/>
          <p:cNvSpPr txBox="1">
            <a:spLocks noGrp="1"/>
          </p:cNvSpPr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sz="5500" b="0" spc="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N皇后问题-重点是位运算的版本</a:t>
            </a:r>
          </a:p>
        </p:txBody>
      </p:sp>
      <p:sp>
        <p:nvSpPr>
          <p:cNvPr id="152" name="前置知识…"/>
          <p:cNvSpPr txBox="1"/>
          <p:nvPr/>
        </p:nvSpPr>
        <p:spPr>
          <a:xfrm>
            <a:off x="1206499" y="2978820"/>
            <a:ext cx="22145993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前置知识</a:t>
            </a: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递归相关</a:t>
            </a:r>
            <a:r>
              <a:rPr dirty="0"/>
              <a:t> : 讲解038</a:t>
            </a:r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位运算相关</a:t>
            </a:r>
            <a:r>
              <a:rPr dirty="0"/>
              <a:t> : 讲解003、030、031、032、033</a:t>
            </a:r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解决N皇后问题的时间复杂度是O</a:t>
            </a:r>
            <a:r>
              <a:rPr dirty="0"/>
              <a:t>(n!)，</a:t>
            </a:r>
            <a:r>
              <a:rPr dirty="0" err="1"/>
              <a:t>好的方法可以大量剪枝，大量优化常数时间</a:t>
            </a: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用数组表示路径的方法（经典、常数时间慢，不推荐</a:t>
            </a:r>
            <a:r>
              <a:rPr dirty="0"/>
              <a:t>）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记录之前每一行的皇后放在了什么列</a:t>
            </a:r>
            <a:endParaRPr dirty="0"/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来到第i行的时候，可以根据0..i-1行皇后的位置，判断能放哪些列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把能放的列都尝试一遍，每次尝试修改路径数组表示当前的决策，后续返回的答案都累加返回</a:t>
            </a: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endParaRPr dirty="0"/>
          </a:p>
          <a:p>
            <a:pPr algn="l" defTabSz="685165"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用位运算的方法（巧妙、常数时间快，推荐</a:t>
            </a:r>
            <a:r>
              <a:rPr dirty="0"/>
              <a:t>）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int col   : 0..i-1行皇后放置的位置因为正下方向延伸的原因，哪些列不能再放皇后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int left  : 0..i-1行皇后放置的位置因为左下方向延伸的原因，哪些列不能再放皇后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int right : 0..i-1行皇后放置的位置因为右下方向延伸的原因，哪些列不能再放皇后</a:t>
            </a:r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 err="1"/>
              <a:t>根据col、left、right，用位运算快速判断能放哪些列</a:t>
            </a:r>
            <a:endParaRPr dirty="0"/>
          </a:p>
          <a:p>
            <a:pPr marL="553402" indent="-553402" algn="l" defTabSz="685165">
              <a:buSzPct val="100000"/>
              <a:buAutoNum type="arabicParenR"/>
              <a:defRPr sz="2988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把能放的列都尝试一遍，每次尝试修改3个数字表示当前的决策，后续返回的答案都累加返回</a:t>
            </a:r>
          </a:p>
        </p:txBody>
      </p:sp>
      <p:sp>
        <p:nvSpPr>
          <p:cNvPr id="153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r>
              <a:t>左程云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Helvetica Neue</vt:lpstr>
      <vt:lpstr>Helvetica Neue Medium</vt:lpstr>
      <vt:lpstr>21_BasicWhite</vt:lpstr>
      <vt:lpstr>N皇后问题-重点是位运算的版本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N皇后问题-重点是位运算的版本</dc:title>
  <cp:lastModifiedBy>黎健 乐</cp:lastModifiedBy>
  <cp:revision>1</cp:revision>
  <dcterms:modified xsi:type="dcterms:W3CDTF">2024-04-01T06:08:09Z</dcterms:modified>
</cp:coreProperties>
</file>